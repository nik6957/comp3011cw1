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7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445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6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58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3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2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32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30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72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3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1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18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65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EC1679-F036-83A0-5747-0514F6F8E8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13" b="1713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DE4BA9-4542-45F8-4194-712BCB2B0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Rewards Program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2FA09-7722-5DCC-2202-8EC985936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CA" sz="1100" dirty="0">
                <a:solidFill>
                  <a:srgbClr val="FFFFFF"/>
                </a:solidFill>
              </a:rPr>
              <a:t>A central location for users to store information about their rewards points balance for multiple rewards programs.</a:t>
            </a:r>
          </a:p>
          <a:p>
            <a:pPr algn="r">
              <a:lnSpc>
                <a:spcPct val="120000"/>
              </a:lnSpc>
            </a:pPr>
            <a:endParaRPr lang="en-CA" sz="1100" dirty="0">
              <a:solidFill>
                <a:srgbClr val="FFFFFF"/>
              </a:solidFill>
            </a:endParaRPr>
          </a:p>
          <a:p>
            <a:pPr algn="r">
              <a:lnSpc>
                <a:spcPct val="120000"/>
              </a:lnSpc>
            </a:pPr>
            <a:r>
              <a:rPr lang="en-CA" sz="1100" dirty="0">
                <a:solidFill>
                  <a:srgbClr val="FFFFFF"/>
                </a:solidFill>
              </a:rPr>
              <a:t>Lauren Macdonald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483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SQLite - Wikibooks, open books for an open world">
            <a:extLst>
              <a:ext uri="{FF2B5EF4-FFF2-40B4-BE49-F238E27FC236}">
                <a16:creationId xmlns:a16="http://schemas.microsoft.com/office/drawing/2014/main" id="{EC91ACFA-3A11-C590-C03D-231BF93D3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9115" y="792990"/>
            <a:ext cx="4724569" cy="224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fastapi-slim · PyPI">
            <a:extLst>
              <a:ext uri="{FF2B5EF4-FFF2-40B4-BE49-F238E27FC236}">
                <a16:creationId xmlns:a16="http://schemas.microsoft.com/office/drawing/2014/main" id="{8734FD86-7888-1218-5ECF-479C2FD30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8316" y="1063146"/>
            <a:ext cx="4732940" cy="170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8" name="Picture 14" descr="GitHub - Wikipedia">
            <a:extLst>
              <a:ext uri="{FF2B5EF4-FFF2-40B4-BE49-F238E27FC236}">
                <a16:creationId xmlns:a16="http://schemas.microsoft.com/office/drawing/2014/main" id="{4DFEBA28-1D9A-E6A9-CD36-12DC6D15D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18468" y="3671316"/>
            <a:ext cx="2545862" cy="254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1C4ECAD0-EBF7-752B-0398-18BDB2120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8051" y="3671316"/>
            <a:ext cx="2553469" cy="255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8" descr="GitHub - Wikipedia">
            <a:extLst>
              <a:ext uri="{FF2B5EF4-FFF2-40B4-BE49-F238E27FC236}">
                <a16:creationId xmlns:a16="http://schemas.microsoft.com/office/drawing/2014/main" id="{D1D00384-234D-5BC5-5C35-D9AC99976C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076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EF9C0-D7B4-15EA-CE73-CDC09B0A60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08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69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C4F55-6A6E-F171-9932-B51225E9CB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7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82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DA5CB-E75F-9EC2-9E8D-759ED804F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DCCE09F-8E6F-AD3A-6499-77B9979BC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F57841-67FB-00C5-B011-A6B1D3A7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125F4-9B9E-511A-3039-00E81B386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764" y="749395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CA" dirty="0">
                <a:solidFill>
                  <a:srgbClr val="FFFFFF"/>
                </a:solidFill>
              </a:rPr>
              <a:t>Future Outlook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AE197B-2B99-3835-69A8-CFE5FD623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5">
            <a:extLst>
              <a:ext uri="{FF2B5EF4-FFF2-40B4-BE49-F238E27FC236}">
                <a16:creationId xmlns:a16="http://schemas.microsoft.com/office/drawing/2014/main" id="{170F5C01-FB8E-1B8D-EF4F-402AFB89FC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Deployment and authentication.</a:t>
            </a:r>
          </a:p>
        </p:txBody>
      </p:sp>
      <p:pic>
        <p:nvPicPr>
          <p:cNvPr id="7" name="Picture 2" descr="Sponsor: PythonAnywhere">
            <a:extLst>
              <a:ext uri="{FF2B5EF4-FFF2-40B4-BE49-F238E27FC236}">
                <a16:creationId xmlns:a16="http://schemas.microsoft.com/office/drawing/2014/main" id="{3D936DF3-5B46-0929-D98E-1D69F4D4C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724150"/>
            <a:ext cx="7620000" cy="1409700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3607931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29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Grandview Display</vt:lpstr>
      <vt:lpstr>DashVTI</vt:lpstr>
      <vt:lpstr>Rewards Program API</vt:lpstr>
      <vt:lpstr>PowerPoint Presentation</vt:lpstr>
      <vt:lpstr>PowerPoint Presentation</vt:lpstr>
      <vt:lpstr>PowerPoint Presentation</vt:lpstr>
      <vt:lpstr>Future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Macdonald</dc:creator>
  <cp:lastModifiedBy>Lauren Macdonald</cp:lastModifiedBy>
  <cp:revision>1</cp:revision>
  <dcterms:created xsi:type="dcterms:W3CDTF">2026-03-17T09:20:25Z</dcterms:created>
  <dcterms:modified xsi:type="dcterms:W3CDTF">2026-03-17T10:00:59Z</dcterms:modified>
</cp:coreProperties>
</file>